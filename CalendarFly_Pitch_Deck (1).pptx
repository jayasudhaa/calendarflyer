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02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0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B10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645920" y="5303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CalendarFly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event management for modern communities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Temples still run on spreadsheets and screenshots.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73989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volunteer manually re-types every event into a spreadsheet, a flyer, and a dozen WhatsApp messages.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544568"/>
            <a:ext cx="457200" cy="45720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48970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— the calendar, the chatbot, and the broadcast list all drift out of sync.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294376"/>
            <a:ext cx="457200" cy="45720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294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523951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 don't fit: Eventbrite doesn't know what a panchang is, and isn't WhatsApp-first.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503920" y="2148840"/>
            <a:ext cx="3108960" cy="3977640"/>
          </a:xfrm>
          <a:prstGeom prst="roundRect">
            <a:avLst>
              <a:gd name="adj" fmla="val 3529"/>
            </a:avLst>
          </a:prstGeom>
          <a:solidFill>
            <a:srgbClr val="3A1508"/>
          </a:solidFill>
          <a:ln w="9525">
            <a:solidFill>
              <a:srgbClr val="C994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3317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Temple Assoc.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732520" y="27889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7C2D12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Excel RSVP list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32520" y="3410712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7C2D12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0" y="34107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Printed flyer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32520" y="4032504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7C2D12"/>
          </a:solidFill>
          <a:ln/>
        </p:spPr>
      </p:sp>
      <p:sp>
        <p:nvSpPr>
          <p:cNvPr id="24" name="Text 22"/>
          <p:cNvSpPr/>
          <p:nvPr/>
        </p:nvSpPr>
        <p:spPr>
          <a:xfrm>
            <a:off x="8869680" y="403250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Many WhatsApp groups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732520" y="4654296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7C2D12"/>
          </a:solidFill>
          <a:ln/>
        </p:spPr>
      </p:sp>
      <p:sp>
        <p:nvSpPr>
          <p:cNvPr id="26" name="Text 24"/>
          <p:cNvSpPr/>
          <p:nvPr/>
        </p:nvSpPr>
        <p:spPr>
          <a:xfrm>
            <a:off x="8869680" y="465429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Physical calendar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32520" y="5276088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7C2D12"/>
          </a:solidFill>
          <a:ln/>
        </p:spPr>
      </p:sp>
      <p:sp>
        <p:nvSpPr>
          <p:cNvPr id="28" name="Text 26"/>
          <p:cNvSpPr/>
          <p:nvPr/>
        </p:nvSpPr>
        <p:spPr>
          <a:xfrm>
            <a:off x="8869680" y="52760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"When's the pooja?"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NEED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massive, underserved, volunteer-run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BF3E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7C2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Hindu temples &amp; cultural associations across the US, India and rest of the world, mostly run entirely by volunteers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BF3E7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7C2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48056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dedicated, Social Media, management tools built for this community today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BF3E7"/>
          </a:solidFill>
          <a:ln/>
        </p:spPr>
      </p:sp>
      <p:sp>
        <p:nvSpPr>
          <p:cNvPr id="11" name="Text 9"/>
          <p:cNvSpPr/>
          <p:nvPr/>
        </p:nvSpPr>
        <p:spPr>
          <a:xfrm>
            <a:off x="818388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7C2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183880" y="2697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events, RSVPs, and broadcasts are re-typed by hand every single time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tools miss the mark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109728" cy="109728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51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Eventbrite / Mailchimp: no panchang, no deity-aware content, priced for marketing teams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919472"/>
            <a:ext cx="109728" cy="109728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calendar apps: no WhatsApp-native broadcast, no AI chatbot grounded in real events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5422392"/>
            <a:ext cx="109728" cy="109728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57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solutions: expensive, one-off, no ongoing support for a small nonprofit budget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admin panel. Every channel stays in sync.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event once — CalendarFly instantly powers the public calendar, the AI chatbot, WhatsApp broadcast, and a generated flyer, all from the same live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Calendar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Panchang-aware public + admin calendars with tithi/nakshatra built 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2331720"/>
            <a:ext cx="502920" cy="50292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0600" y="2606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assistant answers from your live event data, 24/7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0" y="2331720"/>
            <a:ext cx="502920" cy="50292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Flyer Studio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6060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Deity/festival-specific image prompts generate on-brand flyers in seconds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Broadcast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88720" y="4434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WhatsApp, with Facebook &amp; Instagram built in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4160520"/>
            <a:ext cx="502920" cy="50292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00600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Languages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800600" y="4434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Tamil, Telugu, Hindi, and Kannada — auto-translated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0" y="4160520"/>
            <a:ext cx="502920" cy="50292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12480" y="4114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Analytics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434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headcounts instead of guessing from a group chat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0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event record. Every channel stays in sync.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7C2D12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Vite)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2788920"/>
            <a:ext cx="2286000" cy="1463040"/>
          </a:xfrm>
          <a:prstGeom prst="roundRect">
            <a:avLst>
              <a:gd name="adj" fmla="val 8750"/>
            </a:avLst>
          </a:prstGeom>
          <a:solidFill>
            <a:srgbClr val="C9943A"/>
          </a:solidFill>
          <a:ln/>
        </p:spPr>
      </p:sp>
      <p:sp>
        <p:nvSpPr>
          <p:cNvPr id="7" name="Text 5"/>
          <p:cNvSpPr/>
          <p:nvPr/>
        </p:nvSpPr>
        <p:spPr>
          <a:xfrm>
            <a:off x="4160520" y="278892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549640" y="141732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7C2D12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4173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Calendar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Chatbot (Claude)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49640" y="274320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7C2D12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7432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FB / IG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49640" y="4069080"/>
            <a:ext cx="3017520" cy="914400"/>
          </a:xfrm>
          <a:prstGeom prst="roundRect">
            <a:avLst>
              <a:gd name="adj" fmla="val 10000"/>
            </a:avLst>
          </a:prstGeom>
          <a:solidFill>
            <a:srgbClr val="7C2D12"/>
          </a:solidFill>
          <a:ln w="12700">
            <a:solidFill>
              <a:srgbClr val="C9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4069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Flyer Studio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(DALL·E)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17520" y="3520440"/>
            <a:ext cx="1143000" cy="0"/>
          </a:xfrm>
          <a:prstGeom prst="line">
            <a:avLst/>
          </a:prstGeom>
          <a:noFill/>
          <a:ln w="19050">
            <a:solidFill>
              <a:srgbClr val="C994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3520440"/>
            <a:ext cx="502920" cy="0"/>
          </a:xfrm>
          <a:prstGeom prst="line">
            <a:avLst/>
          </a:prstGeom>
          <a:noFill/>
          <a:ln w="19050">
            <a:solidFill>
              <a:srgbClr val="C994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1874520"/>
            <a:ext cx="0" cy="2651760"/>
          </a:xfrm>
          <a:prstGeom prst="line">
            <a:avLst/>
          </a:prstGeom>
          <a:noFill/>
          <a:ln w="19050">
            <a:solidFill>
              <a:srgbClr val="C994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1874520"/>
            <a:ext cx="1600200" cy="0"/>
          </a:xfrm>
          <a:prstGeom prst="line">
            <a:avLst/>
          </a:prstGeom>
          <a:noFill/>
          <a:ln w="19050">
            <a:solidFill>
              <a:srgbClr val="C994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200400"/>
            <a:ext cx="1600200" cy="0"/>
          </a:xfrm>
          <a:prstGeom prst="line">
            <a:avLst/>
          </a:prstGeom>
          <a:noFill/>
          <a:ln w="19050">
            <a:solidFill>
              <a:srgbClr val="C994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4526280"/>
            <a:ext cx="1600200" cy="0"/>
          </a:xfrm>
          <a:prstGeom prst="line">
            <a:avLst/>
          </a:prstGeom>
          <a:noFill/>
          <a:ln w="19050">
            <a:solidFill>
              <a:srgbClr val="C99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React + Vite  ·  Node/Express  ·  AWS App Runner + ECR  ·  DynamoDB  ·  Anthropic Claude  ·  OpenAI DALL·E  ·  Multi-tenant ready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that's actually grounded — not generic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BF3E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Chatbot grounded in live events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4086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945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calendar fetches real events from DynamoDB on load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20954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632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answered with those live events injected directly into the Claude system prompt — a lightweight RAG pattern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07822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31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tuned for tone: warm, devotional language (🙏, "Namaste") — not a cold support bot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94690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8006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hallucinated dates, timings, or event names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FBF3E7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🪔  Deity-aware AI Flyer Studio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92240" y="234086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1945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17-entry curated prompt library — Varalakshmi Vratam's kalasha imagery ≠ Ganesh Chaturthi ≠ Ekadashi's reclining Vishnu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330098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315468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Auto-matches event title/type to the right prompt, editable dropdown for manual override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426110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114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via DALL·E, composites onto the flyer canvas with text/branding layers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5221224"/>
            <a:ext cx="91440" cy="91440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50749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5-language translation, incl. Kannada, with matching fonts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0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mockup — live in production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480560"/>
          </a:xfrm>
          <a:prstGeom prst="roundRect">
            <a:avLst>
              <a:gd name="adj" fmla="val 2449"/>
            </a:avLst>
          </a:prstGeom>
          <a:solidFill>
            <a:srgbClr val="3A1508"/>
          </a:solidFill>
          <a:ln w="9525">
            <a:solidFill>
              <a:srgbClr val="C99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69494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5A2410"/>
                </a:solidFill>
              </a:rPr>
              <a:t>▶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C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walkthrough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18120" y="1691640"/>
            <a:ext cx="365760" cy="36576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8" name="Text 6"/>
          <p:cNvSpPr/>
          <p:nvPr/>
        </p:nvSpPr>
        <p:spPr>
          <a:xfrm>
            <a:off x="78181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21040" y="161848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an event — Events/Panchang tabs keep the calendar clean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18120" y="2743200"/>
            <a:ext cx="365760" cy="36576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11" name="Text 9"/>
          <p:cNvSpPr/>
          <p:nvPr/>
        </p:nvSpPr>
        <p:spPr>
          <a:xfrm>
            <a:off x="781812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267004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toolbar: +GCal, Edit, Flyer, Delete — for whatever's clicked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18120" y="3794760"/>
            <a:ext cx="365760" cy="36576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372160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Flyer Studio generates a deity-specific image + Kannada translation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18120" y="4846320"/>
            <a:ext cx="365760" cy="36576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781812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10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4773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calendar chatbot answers real questions from live events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calendarflyapp.com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usage, not just a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3E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a real temple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CalendarFly runs in production today — this began as a volunteer project for an actual temple community before becoming a SaaS product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3E7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back every week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entry replaces manual re-typing across a spreadsheet, a flyer tool, and a dozen WhatsApp forwards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3E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that actually helps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Devotees get accurate, warm answers about timings and events instead of an unanswered WhatsApp message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3E7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4114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for organizers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 analytics replace guessing headcounts from a group chat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VIABILITY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self-serve SaaS that scales across communities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BF3E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org, core calendar + chatbot, WhatsApp broadcast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BF3E7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/ mo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26280" y="2697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Multi-language, AI flyer studio, RSVP analytics, priority support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BF3E7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828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1945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75320" y="26974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for federations (e.g. AKKA-affiliated Kannada Kootas), FB/IG, white-label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1C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scales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553712"/>
            <a:ext cx="109728" cy="109728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0740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 already built — every temple/association gets its own org, same codebase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5056632"/>
            <a:ext cx="109728" cy="109728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9103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fits Kannada Kootas, cultural associations, and community/tourism boards beyond Hindu temples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5559552"/>
            <a:ext cx="109728" cy="109728"/>
          </a:xfrm>
          <a:prstGeom prst="rect">
            <a:avLst/>
          </a:prstGeom>
          <a:solidFill>
            <a:srgbClr val="C9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1324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1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marginal cost per org (serverless AWS App Runner + DynamoDB) keeps pricing accessible for volunteer-run nonprofits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0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NEXT 6 MONTHS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build with more runway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01168" cy="201168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" y="1938528"/>
            <a:ext cx="0" cy="685800"/>
          </a:xfrm>
          <a:prstGeom prst="line">
            <a:avLst/>
          </a:prstGeom>
          <a:noFill/>
          <a:ln w="15875">
            <a:solidFill>
              <a:srgbClr val="C9943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097280" y="16276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0" y="16276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 broadcast, mobile-responsive PWA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201168" cy="201168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9" name="Shape 7"/>
          <p:cNvSpPr/>
          <p:nvPr/>
        </p:nvSpPr>
        <p:spPr>
          <a:xfrm>
            <a:off x="740664" y="2825496"/>
            <a:ext cx="0" cy="685800"/>
          </a:xfrm>
          <a:prstGeom prst="line">
            <a:avLst/>
          </a:prstGeom>
          <a:noFill/>
          <a:ln w="15875">
            <a:solidFill>
              <a:srgbClr val="C9943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97280" y="25146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2-3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514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 + Live Photo Sharing for events happening in real time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201168" cy="201168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3712464"/>
            <a:ext cx="0" cy="685800"/>
          </a:xfrm>
          <a:prstGeom prst="line">
            <a:avLst/>
          </a:prstGeom>
          <a:noFill/>
          <a:ln w="15875">
            <a:solidFill>
              <a:srgbClr val="C9943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1097280" y="340156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3-4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34015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Followers — devotees follow a temple without WhatsApp/email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201168" cy="201168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" y="4599432"/>
            <a:ext cx="0" cy="685800"/>
          </a:xfrm>
          <a:prstGeom prst="line">
            <a:avLst/>
          </a:prstGeom>
          <a:noFill/>
          <a:ln w="15875">
            <a:solidFill>
              <a:srgbClr val="C9943A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97280" y="428853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4-5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428853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Dashboard — seva sign-ups, shift coordination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85232"/>
            <a:ext cx="201168" cy="201168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51755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5-6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517550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org signup at scale, usage analytics, sandbox/demo mode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0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640080"/>
            <a:ext cx="914400" cy="91440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3" name="Text 1"/>
          <p:cNvSpPr/>
          <p:nvPr/>
        </p:nvSpPr>
        <p:spPr>
          <a:xfrm>
            <a:off x="5440680" y="6400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B10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ॐ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 us bring CalendarFly to more communities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234440" y="320040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3A1508"/>
          </a:solidFill>
          <a:ln w="9525">
            <a:solidFill>
              <a:srgbClr val="C994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23160" y="3429000"/>
            <a:ext cx="731520" cy="73152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partners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4663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temples &amp; Kannada Kootas within the AKKA network ready to pilot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320040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3A1508"/>
          </a:solidFill>
          <a:ln w="9525">
            <a:solidFill>
              <a:srgbClr val="C994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3429000"/>
            <a:ext cx="731520" cy="73152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Pitch Event entry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4663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to take CalendarFly to real-world funding and scale it as a product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909560" y="3200400"/>
            <a:ext cx="3108960" cy="2468880"/>
          </a:xfrm>
          <a:prstGeom prst="roundRect">
            <a:avLst>
              <a:gd name="adj" fmla="val 4444"/>
            </a:avLst>
          </a:prstGeom>
          <a:solidFill>
            <a:srgbClr val="3A1508"/>
          </a:solidFill>
          <a:ln w="9525">
            <a:solidFill>
              <a:srgbClr val="C994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3429000"/>
            <a:ext cx="731520" cy="731520"/>
          </a:xfrm>
          <a:prstGeom prst="ellipse">
            <a:avLst/>
          </a:prstGeom>
          <a:solidFill>
            <a:srgbClr val="C9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3429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092440" y="4297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4663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Devotees and organizers to stress-test the chatbot and broadcast tools further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calendarflyapp.com   ·   github.com/Jayasudhaa/CalendarFlyer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A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1008</Words>
  <Application>Microsoft Office PowerPoint</Application>
  <PresentationFormat>Custom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Jaya Sudhaa</cp:lastModifiedBy>
  <cp:revision>2</cp:revision>
  <dcterms:created xsi:type="dcterms:W3CDTF">2026-08-14T01:44:28Z</dcterms:created>
  <dcterms:modified xsi:type="dcterms:W3CDTF">2026-08-14T02:01:18Z</dcterms:modified>
</cp:coreProperties>
</file>