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C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
(Yr 1, 100 orgs)</c:v>
                  </c:pt>
                  <c:pt idx="1">
                    <c:v>Moderate
(Yr 2, 400 orgs)</c:v>
                  </c:pt>
                  <c:pt idx="2">
                    <c:v>Optimistic
(Yr 3, 1,000 orgs)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</c:v>
                </c:pt>
                <c:pt idx="1">
                  <c:v>235</c:v>
                </c:pt>
                <c:pt idx="2">
                  <c:v>588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B4C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Potential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 in temples → scale through fitness &amp; community orgs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Funnel (US)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017520" cy="1051560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6596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 </a:t>
            </a:r>
            <a:pPr indent="0" marL="0">
              <a:buNone/>
            </a:pPr>
            <a:r>
              <a:rPr lang="en-US" sz="900" i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Addressable Market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25856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~150,000–200,000 orgs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8745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Temples + fitness + small nonprofits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377440" cy="1051560"/>
          </a:xfrm>
          <a:prstGeom prst="rect">
            <a:avLst/>
          </a:prstGeom>
          <a:solidFill>
            <a:srgbClr val="8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1546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 </a:t>
            </a:r>
            <a:pPr indent="0" marL="0">
              <a:buNone/>
            </a:pPr>
            <a:r>
              <a:rPr lang="en-US" sz="900" i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Serviceable Addressable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3447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~15,000–25,000 orgs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0632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Volunteer-run orgs on WhatsApp/Canva today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737360" cy="105156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3434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 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Serviceable Obtainable 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463600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150–750 paying orgs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2519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2–3yr capture (1–3% of SAM)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Scenarios (Annual, at $49/mo Pro)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623560" y="1828800"/>
          <a:ext cx="6035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080760"/>
            <a:ext cx="11247120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608076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Strategy: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Temples prove the model (beachhead, ~$0.6–0.9M ARR ceiling). Fitness studios (~40,000 US locations) are the real scale story — pending recurring-event support.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2026-08-16T23:17:49Z</dcterms:created>
  <dcterms:modified xsi:type="dcterms:W3CDTF">2026-08-16T23:17:49Z</dcterms:modified>
</cp:coreProperties>
</file>